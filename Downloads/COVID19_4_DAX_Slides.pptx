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Queries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DAX stands for Data Analysis Expressions</a:t>
            </a:r>
          </a:p>
          <a:p>
            <a:r>
              <a:t>• Used to create dynamic calculations in Power BI</a:t>
            </a:r>
          </a:p>
          <a:p>
            <a:r>
              <a:t>• Measures change based on filters like Country and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Cases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Confirmed = SUM(CovidData[Confirmed])</a:t>
            </a:r>
          </a:p>
          <a:p/>
          <a:p>
            <a:r>
              <a:t>Total Deaths = SUM(CovidData[Deaths])</a:t>
            </a:r>
          </a:p>
          <a:p/>
          <a:p>
            <a:r>
              <a:t>Total Recovered = SUM(CovidData[Recovered])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Cases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Cases =</a:t>
            </a:r>
          </a:p>
          <a:p>
            <a:r>
              <a:t>[Total Confirmed] - [Total Deaths] - [Total Recovered]</a:t>
            </a:r>
          </a:p>
          <a:p/>
          <a:p>
            <a:r>
              <a:t>• Shows currently active COVID-19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Death Rate (%) =</a:t>
            </a:r>
          </a:p>
          <a:p>
            <a:r>
              <a:t>DIVIDE([Total Deaths], [Total Confirmed], 0) * 100</a:t>
            </a:r>
          </a:p>
          <a:p/>
          <a:p>
            <a:r>
              <a:t>Recovery Rate (%) =</a:t>
            </a:r>
          </a:p>
          <a:p>
            <a:r>
              <a:t>DIVIDE([Total Recovered], [Total Confirmed], 0) *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