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1692275" y="4411663"/>
            <a:ext cx="18669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2282825" y="2293938"/>
            <a:ext cx="6897688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396875" y="2133600"/>
            <a:ext cx="8423275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5262563" y="4076700"/>
            <a:ext cx="1397000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130425" y="4749800"/>
            <a:ext cx="7013575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Implementation Overview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Implementation involves the following steps:</a:t>
            </a:r>
          </a:p>
          <a:p>
            <a:r>
              <a:t> Data collection</a:t>
            </a:r>
          </a:p>
          <a:p>
            <a:r>
              <a:t> Data loading into Power BI</a:t>
            </a:r>
          </a:p>
          <a:p>
            <a:r>
              <a:t> Data cleaning &amp; transformation</a:t>
            </a:r>
          </a:p>
          <a:p>
            <a:r>
              <a:t> Dashboard creation</a:t>
            </a:r>
          </a:p>
          <a:p>
            <a:r>
              <a:t> Analysis &amp;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Data Collection &amp; Loading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COVID-19 dataset collected in CSV format</a:t>
            </a:r>
          </a:p>
          <a:p>
            <a:r>
              <a:t> Fields: Date, Country, Confirmed, Deaths, Recovered</a:t>
            </a:r>
          </a:p>
          <a:p>
            <a:r>
              <a:t> Loaded using Power BI → Get Data → Text/CSV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Data Cleaning 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Used Power Query Editor</a:t>
            </a:r>
          </a:p>
          <a:p>
            <a:r>
              <a:t> Removed null &amp; duplicate values</a:t>
            </a:r>
          </a:p>
          <a:p>
            <a:r>
              <a:t> Renamed columns</a:t>
            </a:r>
          </a:p>
          <a:p>
            <a:r>
              <a:t> Changed data types</a:t>
            </a:r>
          </a:p>
          <a:p>
            <a:r>
              <a:t> Removed unnecessary columns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Dashboard Development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measures for total cases</a:t>
            </a:r>
          </a:p>
          <a:p>
            <a:r>
              <a:t>Used cards, line charts, bar charts, map</a:t>
            </a:r>
          </a:p>
          <a:p>
            <a:r>
              <a:t>Added slicers for Country &amp;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0000"/>
                </a:solidFill>
                <a:highlight>
                  <a:srgbClr val="FFFF00"/>
                </a:highlight>
              </a:rPr>
              <a:t>Analysis &amp; Finalization</a:t>
            </a:r>
            <a:endParaRPr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trends over time</a:t>
            </a:r>
          </a:p>
          <a:p>
            <a:r>
              <a:t>Identified top affected countries</a:t>
            </a:r>
          </a:p>
          <a:p>
            <a:r>
              <a:t>Verified accuracy</a:t>
            </a:r>
          </a:p>
          <a:p>
            <a:r>
              <a:t>Saved final dashboard as .pbix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735</Words>
  <Application>WPS Presentation</Application>
  <PresentationFormat>On-screen Show (4:3)</PresentationFormat>
  <Paragraphs>36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Art_mountaineering</vt:lpstr>
      <vt:lpstr>Implementation Overview</vt:lpstr>
      <vt:lpstr>Data Collection &amp; Loading</vt:lpstr>
      <vt:lpstr>Data Cleaning &amp; Transformation</vt:lpstr>
      <vt:lpstr>Dashboard Development</vt:lpstr>
      <vt:lpstr>Analysis &amp; Finalization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Gorantla Naveen Gorantla Navee</cp:lastModifiedBy>
  <cp:revision>3</cp:revision>
  <dcterms:created xsi:type="dcterms:W3CDTF">2013-01-27T09:14:00Z</dcterms:created>
  <dcterms:modified xsi:type="dcterms:W3CDTF">2026-02-04T05:09:03Z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C22A1812514E4DE5A797364A33B3ED95_12</vt:lpwstr>
  </property>
  <property fmtid="{D5CDD505-2E9C-101B-9397-08002B2CF9AE}" pid="3" name="KSOProductBuildVer">
    <vt:lpwstr>1033-12.2.0.23196</vt:lpwstr>
  </property>
</Properties>
</file>